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营收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011680"/>
            <a:ext cx="9966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00000"/>
                </a:solidFill>
                <a:latin typeface="Calibri"/>
                <a:ea typeface="微软雅黑"/>
              </a:rPr>
              <a:t>年度总结汇报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微软雅黑"/>
              </a:rPr>
              <a:t>业务回顾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80"/>
              </a:spcAft>
            </a:pPr>
            <a:r>
              <a:rPr sz="1800" b="0">
                <a:solidFill>
                  <a:srgbClr val="333333"/>
                </a:solidFill>
                <a:latin typeface="Calibri"/>
                <a:ea typeface="微软雅黑"/>
              </a:rPr>
              <a:t>• 营收增长</a:t>
            </a:r>
          </a:p>
          <a:p>
            <a:pPr lvl="1">
              <a:lnSpc>
                <a:spcPct val="130000"/>
              </a:lnSpc>
              <a:spcAft>
                <a:spcPts val="1080"/>
              </a:spcAft>
            </a:pPr>
            <a:r>
              <a:rPr sz="1600" b="0">
                <a:solidFill>
                  <a:srgbClr val="333333"/>
                </a:solidFill>
                <a:latin typeface="Calibri"/>
                <a:ea typeface="微软雅黑"/>
              </a:rPr>
              <a:t>– 同比+15%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微软雅黑"/>
              </a:rPr>
              <a:t>数据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463040"/>
          <a:ext cx="99669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37744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00000"/>
                </a:solidFill>
                <a:latin typeface="Calibri"/>
                <a:ea typeface="微软雅黑"/>
              </a:rPr>
              <a:t>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